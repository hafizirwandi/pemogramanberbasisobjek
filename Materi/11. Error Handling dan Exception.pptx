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0C451-5A5A-35B0-F239-3B2D00296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B482A-88AA-1E38-74CB-641E0F35C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ED0C4-BF38-527E-BEC7-4749A8EB0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193-E6C3-D040-BB8E-23A63D56DDA1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AA47C-B5CD-ADB3-C14E-4857235F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C10AA-741E-7F47-483D-7B0CCF56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4366-6805-9748-B9CF-43665B9B1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7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BCE58-4175-D606-D6A3-2F33FD5C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1EF71-1B54-708D-E6CE-FF3FA03B9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76159-AEE1-3AD8-64F6-22BFE930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193-E6C3-D040-BB8E-23A63D56DDA1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365D1-91B9-441B-2489-CEB25777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602D5-E40F-13C4-5C0C-F013137C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4366-6805-9748-B9CF-43665B9B1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86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CBAD-0874-1634-F55C-8DB12B216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E7154-DA7E-661E-D709-F8D185978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E88E5-E3AC-4BE2-DA55-D020CDEEE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193-E6C3-D040-BB8E-23A63D56DDA1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20E2E-6D38-0173-1EAB-829C7B12E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1AB67-13A0-BD5A-FA75-D5EEFFB42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4366-6805-9748-B9CF-43665B9B1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0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07CA-FBD0-317F-8E2C-894FF12E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66C46-517C-8203-D771-D31257F96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A711C-70D5-0F18-ED28-116C4BB66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5802C-0E20-BFD1-F4D5-64456FAAE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193-E6C3-D040-BB8E-23A63D56DDA1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F90D3-A372-2A4A-3E96-67684F51C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709AE-2F53-E23D-6D7E-BCAFF9E4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4366-6805-9748-B9CF-43665B9B1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6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7E20-27D6-C569-B275-344A35E65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BB57C-DD4F-679E-8A19-8496D8392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D34F9-B404-6868-5B9F-618B6AEEA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6AADF6-53C6-478E-ADFC-4E50CBE24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B7A28-C1F1-652A-A083-A7EFADB2A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C0C6FE-51A9-E9BC-7979-BD48F96C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193-E6C3-D040-BB8E-23A63D56DDA1}" type="datetimeFigureOut">
              <a:rPr lang="en-US" smtClean="0"/>
              <a:t>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890764-C7A3-B60B-3AAB-3E32642A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84CE98-4625-6D83-23F5-DA9DA7F43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4366-6805-9748-B9CF-43665B9B1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2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455C4-B32A-455F-16BA-543F86D2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60644-E163-147C-4F9E-32D1AB18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193-E6C3-D040-BB8E-23A63D56DDA1}" type="datetimeFigureOut">
              <a:rPr lang="en-US" smtClean="0"/>
              <a:t>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1D3AC-7E7E-9943-9E35-DA53CE8E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6F395-E705-8632-1AC7-9B17D9DC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4366-6805-9748-B9CF-43665B9B1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D32204-80E1-F716-964C-9135DC8E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193-E6C3-D040-BB8E-23A63D56DDA1}" type="datetimeFigureOut">
              <a:rPr lang="en-US" smtClean="0"/>
              <a:t>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19C98C-C4B2-A608-3C7F-C3A0F55E5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56C74-9320-A415-9367-68D759E7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4366-6805-9748-B9CF-43665B9B1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0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0FC7C-D88A-6902-7FE9-F7E2D3EB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CDE14-BA9A-490F-0EE0-0E0FC8601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F40CA-14B8-12D1-F28F-BACFC1947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87E4C-C9B8-4267-B86C-9BE67165C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193-E6C3-D040-BB8E-23A63D56DDA1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3765B-E0BE-2B6F-9C19-DC0B58EC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E0E5A-AF16-0954-D9BC-830C7715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4366-6805-9748-B9CF-43665B9B1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1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5085F-4308-5FD9-7D9E-8BC40C180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117E4-9330-FF76-729D-63C97A0934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E1F23-92E4-E09A-EC35-95CD907FE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6D362-79A7-97B3-6BB8-B8FB31072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193-E6C3-D040-BB8E-23A63D56DDA1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08250-DF83-A2C6-E569-2EC11EEE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63703-B91E-600B-794F-6E4A1517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4366-6805-9748-B9CF-43665B9B1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0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3D3E-3EC6-EEC0-7FC9-BC31F124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EDEF2-E3E7-E109-45B8-4CEB4D4BC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31CC8-716F-5755-18D7-506A3512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193-E6C3-D040-BB8E-23A63D56DDA1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A81E1-A7AD-BFE4-55E4-B040168FE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60C6C-0AEC-916B-A26F-73854EA9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4366-6805-9748-B9CF-43665B9B1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7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927AD2-DC33-7A1F-3120-64F60AB53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40E4B-7641-88CF-34EA-502C29B74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E5ECA-9835-9AEB-131B-081FB7EC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AB193-E6C3-D040-BB8E-23A63D56DDA1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BD82A-C370-487A-B992-BD178CC66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F3584-60FC-0E0D-0D7E-D5A35424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54366-6805-9748-B9CF-43665B9B1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6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0C0F26-CAE4-02D4-99B2-D47120CD2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2CF1C-691F-C700-4638-52BE71660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915C-E664-02A9-1ED6-0AC3B2E01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AB193-E6C3-D040-BB8E-23A63D56DDA1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CC0D4-2AB4-4D84-5AD5-6D30FCDF1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2A43D-67FC-E506-A7CA-D1D85C99E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54366-6805-9748-B9CF-43665B9B1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17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E12A-CD2F-8CA5-A1AF-3E96C144CF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Error Handling dan Exceptions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29823-465C-1BE6-9DCE-488A1E834B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Hafiz Irwandi, </a:t>
            </a:r>
            <a:r>
              <a:rPr lang="en-US" dirty="0" err="1"/>
              <a:t>S.Kom</a:t>
            </a:r>
            <a:r>
              <a:rPr lang="en-US" dirty="0"/>
              <a:t>, </a:t>
            </a:r>
            <a:r>
              <a:rPr lang="en-US" dirty="0" err="1"/>
              <a:t>M.Kom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965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C23A4-645E-CD5C-9A50-3429CD3E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Pengantar</a:t>
            </a:r>
            <a:r>
              <a:rPr lang="en-ID" b="1" dirty="0"/>
              <a:t> Error dan 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377DF-0CF9-ED6B-4BF2-92443918D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, </a:t>
            </a:r>
            <a:r>
              <a:rPr lang="en-ID" b="1" dirty="0"/>
              <a:t>error</a:t>
            </a:r>
            <a:r>
              <a:rPr lang="en-ID" dirty="0"/>
              <a:t> dan </a:t>
            </a:r>
            <a:r>
              <a:rPr lang="en-ID" b="1" dirty="0"/>
              <a:t>exception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diinginkan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eksekusi</a:t>
            </a:r>
            <a:r>
              <a:rPr lang="en-ID" dirty="0"/>
              <a:t> program.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Error:</a:t>
            </a:r>
            <a:r>
              <a:rPr lang="en-ID" dirty="0"/>
              <a:t>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fatal yang </a:t>
            </a:r>
            <a:r>
              <a:rPr lang="en-ID" dirty="0" err="1"/>
              <a:t>menyebabkan</a:t>
            </a:r>
            <a:r>
              <a:rPr lang="en-ID" dirty="0"/>
              <a:t> program </a:t>
            </a:r>
            <a:r>
              <a:rPr lang="en-ID" dirty="0" err="1"/>
              <a:t>berhenti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tiba-tiba</a:t>
            </a:r>
            <a:r>
              <a:rPr lang="en-ID" dirty="0"/>
              <a:t>. </a:t>
            </a:r>
            <a:r>
              <a:rPr lang="en-ID" dirty="0" err="1"/>
              <a:t>Contohnya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i="1" dirty="0" err="1"/>
              <a:t>OutOfMemoryError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i="1" dirty="0" err="1"/>
              <a:t>StackOverflowError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Exception: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diharapkan</a:t>
            </a:r>
            <a:r>
              <a:rPr lang="en-ID" dirty="0"/>
              <a:t> yang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program </a:t>
            </a:r>
            <a:r>
              <a:rPr lang="en-ID" dirty="0" err="1"/>
              <a:t>berjalan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memungkinkan</a:t>
            </a:r>
            <a:r>
              <a:rPr lang="en-ID" dirty="0"/>
              <a:t> program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melanjutkan</a:t>
            </a:r>
            <a:r>
              <a:rPr lang="en-ID" dirty="0"/>
              <a:t> </a:t>
            </a:r>
            <a:r>
              <a:rPr lang="en-ID" dirty="0" err="1"/>
              <a:t>eksekusi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ditangani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. </a:t>
            </a:r>
            <a:r>
              <a:rPr lang="en-ID" dirty="0" err="1"/>
              <a:t>Contohnya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i="1" dirty="0" err="1"/>
              <a:t>ArithmeticException</a:t>
            </a:r>
            <a:r>
              <a:rPr lang="en-ID" dirty="0"/>
              <a:t> (</a:t>
            </a:r>
            <a:r>
              <a:rPr lang="en-ID" dirty="0" err="1"/>
              <a:t>pembagian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nol</a:t>
            </a:r>
            <a:r>
              <a:rPr lang="en-ID" dirty="0"/>
              <a:t>), </a:t>
            </a:r>
            <a:r>
              <a:rPr lang="en-ID" i="1" dirty="0" err="1"/>
              <a:t>NullPointerException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null),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i="1" dirty="0" err="1"/>
              <a:t>IOException</a:t>
            </a:r>
            <a:r>
              <a:rPr lang="en-ID" dirty="0"/>
              <a:t> (error input/output).</a:t>
            </a:r>
          </a:p>
        </p:txBody>
      </p:sp>
    </p:spTree>
    <p:extLst>
      <p:ext uri="{BB962C8B-B14F-4D97-AF65-F5344CB8AC3E}">
        <p14:creationId xmlns:p14="http://schemas.microsoft.com/office/powerpoint/2010/main" val="1422965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530E-1E07-33C4-9605-C21A4EE8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Exception Handling </a:t>
            </a:r>
            <a:r>
              <a:rPr lang="en-ID" b="1" dirty="0" err="1"/>
              <a:t>Menggunakan</a:t>
            </a:r>
            <a:br>
              <a:rPr lang="en-ID" b="1" dirty="0"/>
            </a:br>
            <a:r>
              <a:rPr lang="en-ID" b="1" i="1" dirty="0"/>
              <a:t>try, catch, finally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D1683-A4B7-BC42-DEA7-7F4DD8BDC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try:</a:t>
            </a:r>
            <a:r>
              <a:rPr lang="en-ID" dirty="0"/>
              <a:t> Blok </a:t>
            </a:r>
            <a:r>
              <a:rPr lang="en-ID" dirty="0" err="1"/>
              <a:t>kode</a:t>
            </a:r>
            <a:r>
              <a:rPr lang="en-ID" dirty="0"/>
              <a:t> yang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melempar</a:t>
            </a:r>
            <a:r>
              <a:rPr lang="en-ID" dirty="0"/>
              <a:t> exception. </a:t>
            </a:r>
          </a:p>
          <a:p>
            <a:r>
              <a:rPr lang="en-ID" b="1" dirty="0"/>
              <a:t>catch:</a:t>
            </a:r>
            <a:r>
              <a:rPr lang="en-ID" dirty="0"/>
              <a:t> Blok </a:t>
            </a:r>
            <a:r>
              <a:rPr lang="en-ID" dirty="0" err="1"/>
              <a:t>kode</a:t>
            </a:r>
            <a:r>
              <a:rPr lang="en-ID" dirty="0"/>
              <a:t>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dieksekusi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exception yang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tipe</a:t>
            </a:r>
            <a:r>
              <a:rPr lang="en-ID" dirty="0"/>
              <a:t> exception yang </a:t>
            </a:r>
            <a:r>
              <a:rPr lang="en-ID" dirty="0" err="1"/>
              <a:t>ditentukan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catch. </a:t>
            </a:r>
          </a:p>
          <a:p>
            <a:r>
              <a:rPr lang="en-ID" b="1" dirty="0"/>
              <a:t>finally:</a:t>
            </a:r>
            <a:r>
              <a:rPr lang="en-ID" dirty="0"/>
              <a:t> Blok </a:t>
            </a:r>
            <a:r>
              <a:rPr lang="en-ID" dirty="0" err="1"/>
              <a:t>kode</a:t>
            </a:r>
            <a:r>
              <a:rPr lang="en-ID" dirty="0"/>
              <a:t>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dieksekusi</a:t>
            </a:r>
            <a:r>
              <a:rPr lang="en-ID" dirty="0"/>
              <a:t>,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exception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.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menutup</a:t>
            </a:r>
            <a:r>
              <a:rPr lang="en-ID" dirty="0"/>
              <a:t> file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koneksi</a:t>
            </a:r>
            <a:r>
              <a:rPr lang="en-ID" dirty="0"/>
              <a:t> database.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DCBAE-DFE6-EBB6-3DFD-A354B10C4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145" y="4643601"/>
            <a:ext cx="65024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0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551C8-2911-347F-E9F7-B1CCD831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Program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86B8A7-8095-AAB9-067F-341B123A9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19520"/>
            <a:ext cx="7772400" cy="292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33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0CD0-AE69-4423-3FAB-11936AE0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Custom 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FD2A7-B220-2C66-E126-7993F4F1B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Custom Exception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mewarisi</a:t>
            </a:r>
            <a:r>
              <a:rPr lang="en-ID" dirty="0"/>
              <a:t> Exception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RuntimeException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489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7A7C7-4A8D-52CA-BA0B-3EA854DE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Program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89C2F1-D0C4-5690-D895-84F80F0B1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725" y="1308758"/>
            <a:ext cx="4091152" cy="53558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FF6336-98A3-FFBA-0F95-BF13CF28CE91}"/>
              </a:ext>
            </a:extLst>
          </p:cNvPr>
          <p:cNvSpPr txBox="1"/>
          <p:nvPr/>
        </p:nvSpPr>
        <p:spPr>
          <a:xfrm>
            <a:off x="838200" y="1524000"/>
            <a:ext cx="72126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/>
              <a:t>Sebuah</a:t>
            </a:r>
            <a:r>
              <a:rPr lang="en-ID" dirty="0"/>
              <a:t> program </a:t>
            </a:r>
            <a:r>
              <a:rPr lang="en-ID" dirty="0" err="1"/>
              <a:t>pendaftaran</a:t>
            </a:r>
            <a:r>
              <a:rPr lang="en-ID" dirty="0"/>
              <a:t> yang </a:t>
            </a:r>
            <a:r>
              <a:rPr lang="en-ID" dirty="0" err="1"/>
              <a:t>meminta</a:t>
            </a:r>
            <a:r>
              <a:rPr lang="en-ID" dirty="0"/>
              <a:t> </a:t>
            </a:r>
            <a:r>
              <a:rPr lang="en-ID" dirty="0" err="1"/>
              <a:t>nama</a:t>
            </a:r>
            <a:r>
              <a:rPr lang="en-ID" dirty="0"/>
              <a:t> dan </a:t>
            </a:r>
            <a:r>
              <a:rPr lang="en-ID" dirty="0" err="1"/>
              <a:t>usia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Nama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Usia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</a:t>
            </a:r>
            <a:r>
              <a:rPr lang="en-ID" dirty="0" err="1"/>
              <a:t>angka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Usia</a:t>
            </a:r>
            <a:r>
              <a:rPr lang="en-ID" dirty="0"/>
              <a:t> minimal 18 </a:t>
            </a:r>
            <a:r>
              <a:rPr lang="en-ID" dirty="0" err="1"/>
              <a:t>tahun</a:t>
            </a:r>
            <a:r>
              <a:rPr lang="en-ID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532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60E8-7F26-E6B7-CA78-EF849150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0DC7D-2ECC-71AB-E9BD-348ACB14C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Error</a:t>
            </a:r>
            <a:r>
              <a:rPr lang="en-ID" dirty="0"/>
              <a:t>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ditangani</a:t>
            </a:r>
            <a:r>
              <a:rPr lang="en-ID" dirty="0"/>
              <a:t>, </a:t>
            </a:r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b="1" dirty="0"/>
              <a:t>exception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ditangani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Penanganan</a:t>
            </a:r>
            <a:r>
              <a:rPr lang="en-ID" dirty="0"/>
              <a:t> exception </a:t>
            </a:r>
            <a:r>
              <a:rPr lang="en-ID" dirty="0" err="1"/>
              <a:t>menggunakan</a:t>
            </a:r>
            <a:r>
              <a:rPr lang="en-ID" dirty="0"/>
              <a:t> try, catch, dan finally </a:t>
            </a:r>
            <a:r>
              <a:rPr lang="en-ID" dirty="0" err="1"/>
              <a:t>membantu</a:t>
            </a:r>
            <a:r>
              <a:rPr lang="en-ID" dirty="0"/>
              <a:t> program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 </a:t>
            </a:r>
            <a:r>
              <a:rPr lang="en-ID" dirty="0" err="1"/>
              <a:t>meskipun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Custom Exception</a:t>
            </a:r>
            <a:r>
              <a:rPr lang="en-ID" dirty="0"/>
              <a:t>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pembuatan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error </a:t>
            </a:r>
            <a:r>
              <a:rPr lang="en-ID" dirty="0" err="1"/>
              <a:t>spesifik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pemahaman</a:t>
            </a:r>
            <a:r>
              <a:rPr lang="en-ID" dirty="0"/>
              <a:t> yang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error handling,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andal</a:t>
            </a:r>
            <a:r>
              <a:rPr lang="en-ID" dirty="0"/>
              <a:t> dan </a:t>
            </a:r>
            <a:r>
              <a:rPr lang="en-ID" dirty="0" err="1"/>
              <a:t>tangguh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467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270</Words>
  <Application>Microsoft Macintosh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Error Handling dan Exceptions</vt:lpstr>
      <vt:lpstr>Pengantar Error dan Exception</vt:lpstr>
      <vt:lpstr>Exception Handling Menggunakan try, catch, finally</vt:lpstr>
      <vt:lpstr>Contoh Program</vt:lpstr>
      <vt:lpstr>Custom Exception</vt:lpstr>
      <vt:lpstr>Contoh Program</vt:lpstr>
      <vt:lpstr>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Hafiz Irwandi</dc:creator>
  <cp:lastModifiedBy>Hafiz Irwandi</cp:lastModifiedBy>
  <cp:revision>1</cp:revision>
  <dcterms:created xsi:type="dcterms:W3CDTF">2025-01-05T16:16:03Z</dcterms:created>
  <dcterms:modified xsi:type="dcterms:W3CDTF">2025-01-05T16:36:33Z</dcterms:modified>
</cp:coreProperties>
</file>